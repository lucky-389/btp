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Minimum-Cost Bounded-Degree Spanning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Bounded-Degree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Search –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LP Formulation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Deterministic Rounding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Improved +1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Contribution: Exceedance-Based Local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Exceedance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Search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Lower Bound Guarantee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Existing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redesigned for visual clarity.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